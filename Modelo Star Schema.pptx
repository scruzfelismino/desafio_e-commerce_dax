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410" autoAdjust="0"/>
  </p:normalViewPr>
  <p:slideViewPr>
    <p:cSldViewPr snapToGrid="0" snapToObjects="1">
      <p:cViewPr varScale="1">
        <p:scale>
          <a:sx n="60" d="100"/>
          <a:sy n="60" d="100"/>
        </p:scale>
        <p:origin x="576" y="2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FFADDB-36C7-4947-91DB-1FFC6888E067}" type="datetimeFigureOut">
              <a:rPr lang="pt-BR" smtClean="0"/>
              <a:t>06/02/2026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73675-C448-4F0C-966F-E0B8D101E7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6763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Total de Vendas por Fabricante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cbac5718-f193-4ca2-85d0-6cf1fce961cd?pbi_source=PowerPoin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cbac5718-f193-4ca2-85d0-6cf1fce961cd/?pbi_source=PowerPoi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Modelo Star Schema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rId3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06/02/2026 16:35:52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06/02/2026 16:32:41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Total de Vendas por Fabricant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Página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Diagrama&#10;&#10;O conteúdo gerado por IA pode estar incorreto.">
            <a:extLst>
              <a:ext uri="{FF2B5EF4-FFF2-40B4-BE49-F238E27FC236}">
                <a16:creationId xmlns:a16="http://schemas.microsoft.com/office/drawing/2014/main" id="{EB0E42B7-C471-D7D7-E700-3C7AC0AA5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5999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31</Words>
  <Application>Microsoft Office PowerPoint</Application>
  <PresentationFormat>Widescreen</PresentationFormat>
  <Paragraphs>9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Modelo Star Schema</vt:lpstr>
      <vt:lpstr>Página 1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silvio cruz</cp:lastModifiedBy>
  <cp:revision>5</cp:revision>
  <dcterms:created xsi:type="dcterms:W3CDTF">2016-09-04T11:54:55Z</dcterms:created>
  <dcterms:modified xsi:type="dcterms:W3CDTF">2026-02-06T16:37:34Z</dcterms:modified>
</cp:coreProperties>
</file>